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5526" r:id="rId2"/>
  </p:sldIdLst>
  <p:sldSz cx="10079038" cy="7559675"/>
  <p:notesSz cx="9866313" cy="673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56" userDrawn="1">
          <p15:clr>
            <a:srgbClr val="A4A3A4"/>
          </p15:clr>
        </p15:guide>
        <p15:guide id="2" pos="960" userDrawn="1">
          <p15:clr>
            <a:srgbClr val="A4A3A4"/>
          </p15:clr>
        </p15:guide>
        <p15:guide id="3" pos="6336" userDrawn="1">
          <p15:clr>
            <a:srgbClr val="A4A3A4"/>
          </p15:clr>
        </p15:guide>
        <p15:guide id="4" orient="horz" pos="1281" userDrawn="1">
          <p15:clr>
            <a:srgbClr val="A4A3A4"/>
          </p15:clr>
        </p15:guide>
        <p15:guide id="5" orient="horz" pos="456" userDrawn="1">
          <p15:clr>
            <a:srgbClr val="A4A3A4"/>
          </p15:clr>
        </p15:guide>
        <p15:guide id="6" pos="3175" userDrawn="1">
          <p15:clr>
            <a:srgbClr val="A4A3A4"/>
          </p15:clr>
        </p15:guide>
        <p15:guide id="7" pos="3082" userDrawn="1">
          <p15:clr>
            <a:srgbClr val="A4A3A4"/>
          </p15:clr>
        </p15:guide>
        <p15:guide id="8" pos="3220" userDrawn="1">
          <p15:clr>
            <a:srgbClr val="A4A3A4"/>
          </p15:clr>
        </p15:guide>
        <p15:guide id="9" pos="6059" userDrawn="1">
          <p15:clr>
            <a:srgbClr val="A4A3A4"/>
          </p15:clr>
        </p15:guide>
        <p15:guide id="10" pos="175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nDEPc2DbHh0BHaBh/RCEDOffD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B08339-7613-46ED-8D08-AA8B9E1CF286}">
  <a:tblStyle styleId="{95B08339-7613-46ED-8D08-AA8B9E1CF28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FA1D533-5575-471A-BF67-9CF49769936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70"/>
    <p:restoredTop sz="94561"/>
  </p:normalViewPr>
  <p:slideViewPr>
    <p:cSldViewPr snapToGrid="0">
      <p:cViewPr varScale="1">
        <p:scale>
          <a:sx n="107" d="100"/>
          <a:sy n="107" d="100"/>
        </p:scale>
        <p:origin x="1384" y="168"/>
      </p:cViewPr>
      <p:guideLst>
        <p:guide orient="horz" pos="856"/>
        <p:guide pos="960"/>
        <p:guide pos="6336"/>
        <p:guide orient="horz" pos="1281"/>
        <p:guide orient="horz" pos="456"/>
        <p:guide pos="3175"/>
        <p:guide pos="3082"/>
        <p:guide pos="3220"/>
        <p:guide pos="6059"/>
        <p:guide pos="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4" Type="http://customschemas.google.com/relationships/presentationmetadata" Target="metadata"/><Relationship Id="rId28" Type="http://schemas.openxmlformats.org/officeDocument/2006/relationships/tableStyles" Target="tableStyles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3"/>
          </p:nvPr>
        </p:nvSpPr>
        <p:spPr>
          <a:xfrm>
            <a:off x="3417888" y="841375"/>
            <a:ext cx="303053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ftr" idx="11"/>
          </p:nvPr>
        </p:nvSpPr>
        <p:spPr>
          <a:xfrm>
            <a:off x="0" y="6397806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sldNum" idx="12"/>
          </p:nvPr>
        </p:nvSpPr>
        <p:spPr>
          <a:xfrm>
            <a:off x="5590911" y="0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1F55656C-333C-8300-68F0-8C891CBF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3:notes">
            <a:extLst>
              <a:ext uri="{FF2B5EF4-FFF2-40B4-BE49-F238E27FC236}">
                <a16:creationId xmlns:a16="http://schemas.microsoft.com/office/drawing/2014/main" id="{949FB3AD-432D-83C1-8C98-88C53EFA9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" name="Google Shape;170;p83:notes">
            <a:extLst>
              <a:ext uri="{FF2B5EF4-FFF2-40B4-BE49-F238E27FC236}">
                <a16:creationId xmlns:a16="http://schemas.microsoft.com/office/drawing/2014/main" id="{6162F3CE-8F11-D063-3049-5A6DD478D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417888" y="841375"/>
            <a:ext cx="303053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6456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4"/>
          <p:cNvSpPr txBox="1">
            <a:spLocks noGrp="1"/>
          </p:cNvSpPr>
          <p:nvPr>
            <p:ph type="title"/>
          </p:nvPr>
        </p:nvSpPr>
        <p:spPr>
          <a:xfrm>
            <a:off x="694248" y="402485"/>
            <a:ext cx="8693170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4"/>
          <p:cNvSpPr txBox="1">
            <a:spLocks noGrp="1"/>
          </p:cNvSpPr>
          <p:nvPr>
            <p:ph type="body" idx="1"/>
          </p:nvPr>
        </p:nvSpPr>
        <p:spPr>
          <a:xfrm>
            <a:off x="694248" y="1853171"/>
            <a:ext cx="4263906" cy="90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56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56" b="1"/>
            </a:lvl1pPr>
            <a:lvl2pPr marL="914400" lvl="1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714" b="1"/>
            </a:lvl2pPr>
            <a:lvl3pPr marL="1371600" lvl="2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42" b="1"/>
            </a:lvl3pPr>
            <a:lvl4pPr marL="1828800" lvl="3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4pPr>
            <a:lvl5pPr marL="2286000" lvl="4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5pPr>
            <a:lvl6pPr marL="2743200" lvl="5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6pPr>
            <a:lvl7pPr marL="3200400" lvl="6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7pPr>
            <a:lvl8pPr marL="3657600" lvl="7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8pPr>
            <a:lvl9pPr marL="4114800" lvl="8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9pPr>
          </a:lstStyle>
          <a:p>
            <a:endParaRPr/>
          </a:p>
        </p:txBody>
      </p:sp>
      <p:sp>
        <p:nvSpPr>
          <p:cNvPr id="29" name="Google Shape;29;p74"/>
          <p:cNvSpPr txBox="1">
            <a:spLocks noGrp="1"/>
          </p:cNvSpPr>
          <p:nvPr>
            <p:ph type="body" idx="2"/>
          </p:nvPr>
        </p:nvSpPr>
        <p:spPr>
          <a:xfrm>
            <a:off x="694248" y="2761381"/>
            <a:ext cx="4263906" cy="406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4"/>
          <p:cNvSpPr txBox="1">
            <a:spLocks noGrp="1"/>
          </p:cNvSpPr>
          <p:nvPr>
            <p:ph type="body" idx="3"/>
          </p:nvPr>
        </p:nvSpPr>
        <p:spPr>
          <a:xfrm>
            <a:off x="5102514" y="1853171"/>
            <a:ext cx="4284904" cy="90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56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56" b="1"/>
            </a:lvl1pPr>
            <a:lvl2pPr marL="914400" lvl="1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714" b="1"/>
            </a:lvl2pPr>
            <a:lvl3pPr marL="1371600" lvl="2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42" b="1"/>
            </a:lvl3pPr>
            <a:lvl4pPr marL="1828800" lvl="3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4pPr>
            <a:lvl5pPr marL="2286000" lvl="4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5pPr>
            <a:lvl6pPr marL="2743200" lvl="5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6pPr>
            <a:lvl7pPr marL="3200400" lvl="6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7pPr>
            <a:lvl8pPr marL="3657600" lvl="7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8pPr>
            <a:lvl9pPr marL="4114800" lvl="8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 b="1"/>
            </a:lvl9pPr>
          </a:lstStyle>
          <a:p>
            <a:endParaRPr/>
          </a:p>
        </p:txBody>
      </p:sp>
      <p:sp>
        <p:nvSpPr>
          <p:cNvPr id="31" name="Google Shape;31;p74"/>
          <p:cNvSpPr txBox="1">
            <a:spLocks noGrp="1"/>
          </p:cNvSpPr>
          <p:nvPr>
            <p:ph type="body" idx="4"/>
          </p:nvPr>
        </p:nvSpPr>
        <p:spPr>
          <a:xfrm>
            <a:off x="5102514" y="2761381"/>
            <a:ext cx="4284904" cy="406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4"/>
          <p:cNvSpPr txBox="1">
            <a:spLocks noGrp="1"/>
          </p:cNvSpPr>
          <p:nvPr>
            <p:ph type="dt" idx="10"/>
          </p:nvPr>
        </p:nvSpPr>
        <p:spPr>
          <a:xfrm>
            <a:off x="692935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4"/>
          <p:cNvSpPr txBox="1">
            <a:spLocks noGrp="1"/>
          </p:cNvSpPr>
          <p:nvPr>
            <p:ph type="ftr" idx="11"/>
          </p:nvPr>
        </p:nvSpPr>
        <p:spPr>
          <a:xfrm>
            <a:off x="3338683" y="7006703"/>
            <a:ext cx="3401675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4"/>
          <p:cNvSpPr txBox="1">
            <a:spLocks noGrp="1"/>
          </p:cNvSpPr>
          <p:nvPr>
            <p:ph type="sldNum" idx="12"/>
          </p:nvPr>
        </p:nvSpPr>
        <p:spPr>
          <a:xfrm>
            <a:off x="7118321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5"/>
          <p:cNvSpPr txBox="1">
            <a:spLocks noGrp="1"/>
          </p:cNvSpPr>
          <p:nvPr>
            <p:ph type="title"/>
          </p:nvPr>
        </p:nvSpPr>
        <p:spPr>
          <a:xfrm>
            <a:off x="692935" y="402485"/>
            <a:ext cx="8693170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5"/>
          <p:cNvSpPr txBox="1">
            <a:spLocks noGrp="1"/>
          </p:cNvSpPr>
          <p:nvPr>
            <p:ph type="dt" idx="10"/>
          </p:nvPr>
        </p:nvSpPr>
        <p:spPr>
          <a:xfrm>
            <a:off x="692935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5"/>
          <p:cNvSpPr txBox="1">
            <a:spLocks noGrp="1"/>
          </p:cNvSpPr>
          <p:nvPr>
            <p:ph type="ftr" idx="11"/>
          </p:nvPr>
        </p:nvSpPr>
        <p:spPr>
          <a:xfrm>
            <a:off x="3338683" y="7006703"/>
            <a:ext cx="3401675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5"/>
          <p:cNvSpPr txBox="1">
            <a:spLocks noGrp="1"/>
          </p:cNvSpPr>
          <p:nvPr>
            <p:ph type="sldNum" idx="12"/>
          </p:nvPr>
        </p:nvSpPr>
        <p:spPr>
          <a:xfrm>
            <a:off x="7118321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6"/>
          <p:cNvSpPr txBox="1">
            <a:spLocks noGrp="1"/>
          </p:cNvSpPr>
          <p:nvPr>
            <p:ph type="title"/>
          </p:nvPr>
        </p:nvSpPr>
        <p:spPr>
          <a:xfrm>
            <a:off x="694248" y="503978"/>
            <a:ext cx="3250752" cy="1763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34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6"/>
          <p:cNvSpPr txBox="1">
            <a:spLocks noGrp="1"/>
          </p:cNvSpPr>
          <p:nvPr>
            <p:ph type="body" idx="1"/>
          </p:nvPr>
        </p:nvSpPr>
        <p:spPr>
          <a:xfrm>
            <a:off x="4284904" y="1088458"/>
            <a:ext cx="5102514" cy="5372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356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342"/>
            </a:lvl1pPr>
            <a:lvl2pPr marL="914400" lvl="1" indent="-4064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99"/>
            </a:lvl2pPr>
            <a:lvl3pPr marL="1371600" lvl="2" indent="-3810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56"/>
            </a:lvl3pPr>
            <a:lvl4pPr marL="1828800" lvl="3" indent="-355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714"/>
            </a:lvl4pPr>
            <a:lvl5pPr marL="2286000" lvl="4" indent="-355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714"/>
            </a:lvl5pPr>
            <a:lvl6pPr marL="2743200" lvl="5" indent="-355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714"/>
            </a:lvl6pPr>
            <a:lvl7pPr marL="3200400" lvl="6" indent="-355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714"/>
            </a:lvl7pPr>
            <a:lvl8pPr marL="3657600" lvl="7" indent="-355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714"/>
            </a:lvl8pPr>
            <a:lvl9pPr marL="4114800" lvl="8" indent="-355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714"/>
            </a:lvl9pPr>
          </a:lstStyle>
          <a:p>
            <a:endParaRPr/>
          </a:p>
        </p:txBody>
      </p:sp>
      <p:sp>
        <p:nvSpPr>
          <p:cNvPr id="43" name="Google Shape;43;p76"/>
          <p:cNvSpPr txBox="1">
            <a:spLocks noGrp="1"/>
          </p:cNvSpPr>
          <p:nvPr>
            <p:ph type="body" idx="2"/>
          </p:nvPr>
        </p:nvSpPr>
        <p:spPr>
          <a:xfrm>
            <a:off x="694248" y="2267902"/>
            <a:ext cx="3250752" cy="420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/>
            </a:lvl1pPr>
            <a:lvl2pPr marL="914400" lvl="1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99"/>
            </a:lvl2pPr>
            <a:lvl3pPr marL="1371600" lvl="2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28"/>
            </a:lvl3pPr>
            <a:lvl4pPr marL="1828800" lvl="3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4pPr>
            <a:lvl5pPr marL="2286000" lvl="4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5pPr>
            <a:lvl6pPr marL="2743200" lvl="5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6pPr>
            <a:lvl7pPr marL="3200400" lvl="6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7pPr>
            <a:lvl8pPr marL="3657600" lvl="7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8pPr>
            <a:lvl9pPr marL="4114800" lvl="8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9pPr>
          </a:lstStyle>
          <a:p>
            <a:endParaRPr/>
          </a:p>
        </p:txBody>
      </p:sp>
      <p:sp>
        <p:nvSpPr>
          <p:cNvPr id="44" name="Google Shape;44;p76"/>
          <p:cNvSpPr txBox="1">
            <a:spLocks noGrp="1"/>
          </p:cNvSpPr>
          <p:nvPr>
            <p:ph type="dt" idx="10"/>
          </p:nvPr>
        </p:nvSpPr>
        <p:spPr>
          <a:xfrm>
            <a:off x="692935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6"/>
          <p:cNvSpPr txBox="1">
            <a:spLocks noGrp="1"/>
          </p:cNvSpPr>
          <p:nvPr>
            <p:ph type="ftr" idx="11"/>
          </p:nvPr>
        </p:nvSpPr>
        <p:spPr>
          <a:xfrm>
            <a:off x="3338683" y="7006703"/>
            <a:ext cx="3401675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6"/>
          <p:cNvSpPr txBox="1">
            <a:spLocks noGrp="1"/>
          </p:cNvSpPr>
          <p:nvPr>
            <p:ph type="sldNum" idx="12"/>
          </p:nvPr>
        </p:nvSpPr>
        <p:spPr>
          <a:xfrm>
            <a:off x="7118321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7"/>
          <p:cNvSpPr txBox="1">
            <a:spLocks noGrp="1"/>
          </p:cNvSpPr>
          <p:nvPr>
            <p:ph type="title"/>
          </p:nvPr>
        </p:nvSpPr>
        <p:spPr>
          <a:xfrm>
            <a:off x="694248" y="503978"/>
            <a:ext cx="3250752" cy="1763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34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7"/>
          <p:cNvSpPr>
            <a:spLocks noGrp="1"/>
          </p:cNvSpPr>
          <p:nvPr>
            <p:ph type="pic" idx="2"/>
          </p:nvPr>
        </p:nvSpPr>
        <p:spPr>
          <a:xfrm>
            <a:off x="4284904" y="1088458"/>
            <a:ext cx="5102514" cy="5372269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77"/>
          <p:cNvSpPr txBox="1">
            <a:spLocks noGrp="1"/>
          </p:cNvSpPr>
          <p:nvPr>
            <p:ph type="body" idx="1"/>
          </p:nvPr>
        </p:nvSpPr>
        <p:spPr>
          <a:xfrm>
            <a:off x="694248" y="2267902"/>
            <a:ext cx="3250752" cy="420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56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71"/>
            </a:lvl1pPr>
            <a:lvl2pPr marL="914400" lvl="1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99"/>
            </a:lvl2pPr>
            <a:lvl3pPr marL="1371600" lvl="2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28"/>
            </a:lvl3pPr>
            <a:lvl4pPr marL="1828800" lvl="3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4pPr>
            <a:lvl5pPr marL="2286000" lvl="4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5pPr>
            <a:lvl6pPr marL="2743200" lvl="5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6pPr>
            <a:lvl7pPr marL="3200400" lvl="6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7pPr>
            <a:lvl8pPr marL="3657600" lvl="7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8pPr>
            <a:lvl9pPr marL="4114800" lvl="8" indent="-2286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56"/>
            </a:lvl9pPr>
          </a:lstStyle>
          <a:p>
            <a:endParaRPr/>
          </a:p>
        </p:txBody>
      </p:sp>
      <p:sp>
        <p:nvSpPr>
          <p:cNvPr id="51" name="Google Shape;51;p77"/>
          <p:cNvSpPr txBox="1">
            <a:spLocks noGrp="1"/>
          </p:cNvSpPr>
          <p:nvPr>
            <p:ph type="dt" idx="10"/>
          </p:nvPr>
        </p:nvSpPr>
        <p:spPr>
          <a:xfrm>
            <a:off x="692935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7"/>
          <p:cNvSpPr txBox="1">
            <a:spLocks noGrp="1"/>
          </p:cNvSpPr>
          <p:nvPr>
            <p:ph type="ftr" idx="11"/>
          </p:nvPr>
        </p:nvSpPr>
        <p:spPr>
          <a:xfrm>
            <a:off x="3338683" y="7006703"/>
            <a:ext cx="3401675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7"/>
          <p:cNvSpPr txBox="1">
            <a:spLocks noGrp="1"/>
          </p:cNvSpPr>
          <p:nvPr>
            <p:ph type="sldNum" idx="12"/>
          </p:nvPr>
        </p:nvSpPr>
        <p:spPr>
          <a:xfrm>
            <a:off x="7118321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8"/>
          <p:cNvSpPr txBox="1">
            <a:spLocks noGrp="1"/>
          </p:cNvSpPr>
          <p:nvPr>
            <p:ph type="title"/>
          </p:nvPr>
        </p:nvSpPr>
        <p:spPr>
          <a:xfrm>
            <a:off x="692935" y="402485"/>
            <a:ext cx="8693170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8"/>
          <p:cNvSpPr txBox="1">
            <a:spLocks noGrp="1"/>
          </p:cNvSpPr>
          <p:nvPr>
            <p:ph type="body" idx="1"/>
          </p:nvPr>
        </p:nvSpPr>
        <p:spPr>
          <a:xfrm rot="5400000">
            <a:off x="2641248" y="64102"/>
            <a:ext cx="4796544" cy="8693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78"/>
          <p:cNvSpPr txBox="1">
            <a:spLocks noGrp="1"/>
          </p:cNvSpPr>
          <p:nvPr>
            <p:ph type="dt" idx="10"/>
          </p:nvPr>
        </p:nvSpPr>
        <p:spPr>
          <a:xfrm>
            <a:off x="692935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ftr" idx="11"/>
          </p:nvPr>
        </p:nvSpPr>
        <p:spPr>
          <a:xfrm>
            <a:off x="3338683" y="7006703"/>
            <a:ext cx="3401675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8"/>
          <p:cNvSpPr txBox="1">
            <a:spLocks noGrp="1"/>
          </p:cNvSpPr>
          <p:nvPr>
            <p:ph type="sldNum" idx="12"/>
          </p:nvPr>
        </p:nvSpPr>
        <p:spPr>
          <a:xfrm>
            <a:off x="7118321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9"/>
          <p:cNvSpPr txBox="1">
            <a:spLocks noGrp="1"/>
          </p:cNvSpPr>
          <p:nvPr>
            <p:ph type="title"/>
          </p:nvPr>
        </p:nvSpPr>
        <p:spPr>
          <a:xfrm rot="5400000">
            <a:off x="5096222" y="2519076"/>
            <a:ext cx="6406475" cy="217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9"/>
          <p:cNvSpPr txBox="1">
            <a:spLocks noGrp="1"/>
          </p:cNvSpPr>
          <p:nvPr>
            <p:ph type="body" idx="1"/>
          </p:nvPr>
        </p:nvSpPr>
        <p:spPr>
          <a:xfrm rot="5400000">
            <a:off x="686643" y="408776"/>
            <a:ext cx="6406475" cy="639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5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79"/>
          <p:cNvSpPr txBox="1">
            <a:spLocks noGrp="1"/>
          </p:cNvSpPr>
          <p:nvPr>
            <p:ph type="dt" idx="10"/>
          </p:nvPr>
        </p:nvSpPr>
        <p:spPr>
          <a:xfrm>
            <a:off x="692935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9"/>
          <p:cNvSpPr txBox="1">
            <a:spLocks noGrp="1"/>
          </p:cNvSpPr>
          <p:nvPr>
            <p:ph type="ftr" idx="11"/>
          </p:nvPr>
        </p:nvSpPr>
        <p:spPr>
          <a:xfrm>
            <a:off x="3338683" y="7006703"/>
            <a:ext cx="3401675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9"/>
          <p:cNvSpPr txBox="1">
            <a:spLocks noGrp="1"/>
          </p:cNvSpPr>
          <p:nvPr>
            <p:ph type="sldNum" idx="12"/>
          </p:nvPr>
        </p:nvSpPr>
        <p:spPr>
          <a:xfrm>
            <a:off x="7118321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8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userDrawn="1">
  <p:cSld name="콘텐츠 2개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C5E7084-BCBE-4640-6AA5-CDC1021B894C}"/>
              </a:ext>
            </a:extLst>
          </p:cNvPr>
          <p:cNvSpPr/>
          <p:nvPr userDrawn="1"/>
        </p:nvSpPr>
        <p:spPr>
          <a:xfrm>
            <a:off x="2" y="-15090"/>
            <a:ext cx="2615892" cy="6843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337"/>
          </a:p>
        </p:txBody>
      </p:sp>
      <p:cxnSp>
        <p:nvCxnSpPr>
          <p:cNvPr id="3" name="Google Shape;175;p83">
            <a:extLst>
              <a:ext uri="{FF2B5EF4-FFF2-40B4-BE49-F238E27FC236}">
                <a16:creationId xmlns:a16="http://schemas.microsoft.com/office/drawing/2014/main" id="{8C1E353B-0A42-8B28-A9CE-ED352BC39453}"/>
              </a:ext>
            </a:extLst>
          </p:cNvPr>
          <p:cNvCxnSpPr>
            <a:cxnSpLocks/>
          </p:cNvCxnSpPr>
          <p:nvPr userDrawn="1"/>
        </p:nvCxnSpPr>
        <p:spPr>
          <a:xfrm>
            <a:off x="1998" y="669276"/>
            <a:ext cx="10077040" cy="0"/>
          </a:xfrm>
          <a:prstGeom prst="straightConnector1">
            <a:avLst/>
          </a:prstGeom>
          <a:noFill/>
          <a:ln w="9525" cap="flat" cmpd="sng">
            <a:solidFill>
              <a:srgbClr val="36548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" name="Google Shape;175;p83">
            <a:extLst>
              <a:ext uri="{FF2B5EF4-FFF2-40B4-BE49-F238E27FC236}">
                <a16:creationId xmlns:a16="http://schemas.microsoft.com/office/drawing/2014/main" id="{BD18BDDA-6FB1-94D1-E2EA-C44B50B2FF93}"/>
              </a:ext>
            </a:extLst>
          </p:cNvPr>
          <p:cNvCxnSpPr>
            <a:cxnSpLocks/>
          </p:cNvCxnSpPr>
          <p:nvPr userDrawn="1"/>
        </p:nvCxnSpPr>
        <p:spPr>
          <a:xfrm>
            <a:off x="2615892" y="1"/>
            <a:ext cx="0" cy="669276"/>
          </a:xfrm>
          <a:prstGeom prst="straightConnector1">
            <a:avLst/>
          </a:prstGeom>
          <a:noFill/>
          <a:ln w="9525" cap="flat" cmpd="sng">
            <a:solidFill>
              <a:srgbClr val="36548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Google Shape;21;p69">
            <a:extLst>
              <a:ext uri="{FF2B5EF4-FFF2-40B4-BE49-F238E27FC236}">
                <a16:creationId xmlns:a16="http://schemas.microsoft.com/office/drawing/2014/main" id="{BADB2386-06E7-50F6-D568-33B553CA55B3}"/>
              </a:ext>
            </a:extLst>
          </p:cNvPr>
          <p:cNvSpPr txBox="1"/>
          <p:nvPr userDrawn="1"/>
        </p:nvSpPr>
        <p:spPr>
          <a:xfrm>
            <a:off x="8472054" y="152609"/>
            <a:ext cx="1119978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677" tIns="49325" rIns="98677" bIns="4932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8888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rgbClr val="88888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577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68"/>
          <p:cNvSpPr txBox="1">
            <a:spLocks noGrp="1"/>
          </p:cNvSpPr>
          <p:nvPr>
            <p:ph type="title"/>
          </p:nvPr>
        </p:nvSpPr>
        <p:spPr>
          <a:xfrm>
            <a:off x="692935" y="402485"/>
            <a:ext cx="8693170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8"/>
          <p:cNvSpPr txBox="1">
            <a:spLocks noGrp="1"/>
          </p:cNvSpPr>
          <p:nvPr>
            <p:ph type="body" idx="1"/>
          </p:nvPr>
        </p:nvSpPr>
        <p:spPr>
          <a:xfrm>
            <a:off x="692935" y="2012414"/>
            <a:ext cx="8693170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68"/>
          <p:cNvSpPr txBox="1">
            <a:spLocks noGrp="1"/>
          </p:cNvSpPr>
          <p:nvPr>
            <p:ph type="dt" idx="10"/>
          </p:nvPr>
        </p:nvSpPr>
        <p:spPr>
          <a:xfrm>
            <a:off x="692935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8"/>
          <p:cNvSpPr txBox="1">
            <a:spLocks noGrp="1"/>
          </p:cNvSpPr>
          <p:nvPr>
            <p:ph type="ftr" idx="11"/>
          </p:nvPr>
        </p:nvSpPr>
        <p:spPr>
          <a:xfrm>
            <a:off x="3338683" y="7006703"/>
            <a:ext cx="3401675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8"/>
          <p:cNvSpPr txBox="1">
            <a:spLocks noGrp="1"/>
          </p:cNvSpPr>
          <p:nvPr>
            <p:ph type="sldNum" idx="12"/>
          </p:nvPr>
        </p:nvSpPr>
        <p:spPr>
          <a:xfrm>
            <a:off x="7118321" y="7006703"/>
            <a:ext cx="2267783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  <a:defRPr sz="162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84944EE9-40BC-7457-17DC-A90F6B20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2A2793-66A2-C2E8-F03E-6B5187DF9C93}"/>
              </a:ext>
            </a:extLst>
          </p:cNvPr>
          <p:cNvSpPr txBox="1"/>
          <p:nvPr/>
        </p:nvSpPr>
        <p:spPr>
          <a:xfrm>
            <a:off x="286336" y="919165"/>
            <a:ext cx="77316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600" dirty="0"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Pretendard SemiBold" panose="02000503000000020004" pitchFamily="2" charset="-127"/>
              </a:rPr>
              <a:t>Subtitle</a:t>
            </a:r>
            <a:endParaRPr lang="ko-Kore-KR" altLang="en-US" sz="1600" dirty="0"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  <a:cs typeface="Pretendard SemiBol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CBD6C2-8600-561F-E79C-B147E15A785F}"/>
              </a:ext>
            </a:extLst>
          </p:cNvPr>
          <p:cNvSpPr txBox="1"/>
          <p:nvPr/>
        </p:nvSpPr>
        <p:spPr>
          <a:xfrm>
            <a:off x="2664714" y="209552"/>
            <a:ext cx="53532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현대하모니 B" panose="02020603020101020101" pitchFamily="18" charset="-127"/>
                <a:ea typeface="현대하모니 B" panose="02020603020101020101" pitchFamily="18" charset="-127"/>
                <a:cs typeface="Pretendard" panose="02000503000000020004" pitchFamily="2" charset="-127"/>
              </a:rPr>
              <a:t>Title</a:t>
            </a:r>
            <a:endParaRPr lang="ko-Kore-KR" altLang="en-US" sz="1600" dirty="0">
              <a:latin typeface="현대하모니 B" panose="02020603020101020101" pitchFamily="18" charset="-127"/>
              <a:ea typeface="현대하모니 B" panose="02020603020101020101" pitchFamily="18" charset="-127"/>
              <a:cs typeface="Pretendard" panose="02000503000000020004" pitchFamily="2" charset="-127"/>
            </a:endParaRPr>
          </a:p>
        </p:txBody>
      </p:sp>
      <p:sp>
        <p:nvSpPr>
          <p:cNvPr id="8" name="Google Shape;176;p83">
            <a:extLst>
              <a:ext uri="{FF2B5EF4-FFF2-40B4-BE49-F238E27FC236}">
                <a16:creationId xmlns:a16="http://schemas.microsoft.com/office/drawing/2014/main" id="{1962E631-A8D5-D57C-B4FC-1AA9A95DD126}"/>
              </a:ext>
            </a:extLst>
          </p:cNvPr>
          <p:cNvSpPr txBox="1"/>
          <p:nvPr/>
        </p:nvSpPr>
        <p:spPr>
          <a:xfrm>
            <a:off x="286336" y="255719"/>
            <a:ext cx="20955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dk1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Pretendard" panose="02000503000000020004" pitchFamily="2" charset="-127"/>
              </a:rPr>
              <a:t>Chapter</a:t>
            </a:r>
            <a:endParaRPr lang="ko-KR" altLang="en-US" sz="1600" dirty="0">
              <a:solidFill>
                <a:schemeClr val="dk1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Pretendard" panose="02000503000000020004" pitchFamily="2" charset="-127"/>
            </a:endParaRPr>
          </a:p>
        </p:txBody>
      </p:sp>
      <p:sp>
        <p:nvSpPr>
          <p:cNvPr id="11" name="Google Shape;185;p6">
            <a:extLst>
              <a:ext uri="{FF2B5EF4-FFF2-40B4-BE49-F238E27FC236}">
                <a16:creationId xmlns:a16="http://schemas.microsoft.com/office/drawing/2014/main" id="{26534066-05F8-F4FD-6A8A-C6B96E624975}"/>
              </a:ext>
            </a:extLst>
          </p:cNvPr>
          <p:cNvSpPr txBox="1"/>
          <p:nvPr/>
        </p:nvSpPr>
        <p:spPr>
          <a:xfrm>
            <a:off x="479528" y="1387219"/>
            <a:ext cx="9241845" cy="239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295" dirty="0">
                <a:solidFill>
                  <a:schemeClr val="dk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Pretendard Medium" panose="02000603000000020004" pitchFamily="50" charset="-127"/>
              </a:rPr>
              <a:t>Lead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B60C7-4819-8FE5-D215-0541D709A9C0}"/>
              </a:ext>
            </a:extLst>
          </p:cNvPr>
          <p:cNvSpPr txBox="1"/>
          <p:nvPr/>
        </p:nvSpPr>
        <p:spPr>
          <a:xfrm>
            <a:off x="783771" y="2054431"/>
            <a:ext cx="8633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Content</a:t>
            </a:r>
            <a:endParaRPr kumimoji="1" lang="ko-Kore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58B9A-8373-93BB-AF73-246A12592098}"/>
              </a:ext>
            </a:extLst>
          </p:cNvPr>
          <p:cNvSpPr txBox="1"/>
          <p:nvPr/>
        </p:nvSpPr>
        <p:spPr>
          <a:xfrm>
            <a:off x="8451919" y="6963483"/>
            <a:ext cx="1323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Manager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625264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Macintosh PowerPoint</Application>
  <PresentationFormat>사용자 지정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현대하모니 B</vt:lpstr>
      <vt:lpstr>현대하모니 L</vt:lpstr>
      <vt:lpstr>현대하모니 M</vt:lpstr>
      <vt:lpstr>Malgun Gothic</vt:lpstr>
      <vt:lpstr>Pretendard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정지연</dc:creator>
  <cp:lastModifiedBy>변민욱(보람)</cp:lastModifiedBy>
  <cp:revision>5</cp:revision>
  <dcterms:created xsi:type="dcterms:W3CDTF">2021-02-06T23:13:07Z</dcterms:created>
  <dcterms:modified xsi:type="dcterms:W3CDTF">2025-12-03T04:46:25Z</dcterms:modified>
</cp:coreProperties>
</file>